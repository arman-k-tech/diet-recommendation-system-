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lexandria Bold" panose="020B0604020202020204" charset="-78"/>
      <p:regular r:id="rId10"/>
    </p:embeddedFont>
    <p:embeddedFont>
      <p:font typeface="Garet" panose="020B0604020202020204" charset="0"/>
      <p:regular r:id="rId11"/>
    </p:embeddedFont>
    <p:embeddedFont>
      <p:font typeface="Gare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04996" y="1775732"/>
            <a:ext cx="11848777" cy="4699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26"/>
              </a:lnSpc>
            </a:pPr>
            <a:r>
              <a:rPr lang="en-US" sz="894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DIET RECOMMENDATION SYSTEM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48366" y="6541407"/>
            <a:ext cx="10162036" cy="77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Arman Khan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005646" y="1666687"/>
            <a:ext cx="12276709" cy="792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9"/>
              </a:lnSpc>
            </a:pPr>
            <a:r>
              <a:rPr lang="en-US" sz="4663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 / PROBLEM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259760"/>
            <a:ext cx="17058839" cy="102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  <a:spcBef>
                <a:spcPct val="0"/>
              </a:spcBef>
            </a:pPr>
            <a:r>
              <a:rPr lang="en-US" sz="289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People find it difficult to create diet plans that truly match their body and lifestyle. Generic diets often fail because they don’t consider individual differences.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45210" y="4589044"/>
            <a:ext cx="11077607" cy="216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Nutrition needs vary person to person.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Manual calorie/macro calculation is confusing.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One-size-fits-all diets are ineffective.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personalized, data-driven system is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52376" y="1550232"/>
            <a:ext cx="9840024" cy="7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4691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NEED FOR PERSONALIZATION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316240" y="5226987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29161" y="3065616"/>
            <a:ext cx="15325607" cy="102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  <a:spcBef>
                <a:spcPct val="0"/>
              </a:spcBef>
            </a:pPr>
            <a:r>
              <a:rPr lang="en-US" sz="289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Each person has unique nutritional requirements and food preferences. Personalization ensures diets are accurate, suitable, and easier to follow.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9161" y="4556947"/>
            <a:ext cx="11077607" cy="216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Depends on age, weight, height, gender.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Activity level impacts calorie needs.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Goals: weight loss/gain/maintenance.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Preferences/allergies must be respected.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316240" y="5226987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076363" y="4412467"/>
            <a:ext cx="4545958" cy="4193646"/>
          </a:xfrm>
          <a:custGeom>
            <a:avLst/>
            <a:gdLst/>
            <a:ahLst/>
            <a:cxnLst/>
            <a:rect l="l" t="t" r="r" b="b"/>
            <a:pathLst>
              <a:path w="4545958" h="4193646">
                <a:moveTo>
                  <a:pt x="0" y="0"/>
                </a:moveTo>
                <a:lnTo>
                  <a:pt x="4545958" y="0"/>
                </a:lnTo>
                <a:lnTo>
                  <a:pt x="4545958" y="4193646"/>
                </a:lnTo>
                <a:lnTo>
                  <a:pt x="0" y="41936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541415" y="1550232"/>
            <a:ext cx="9807927" cy="7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4691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PROJECT AIM &amp; OBJECTIVES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9161" y="2991079"/>
            <a:ext cx="15325607" cy="102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  <a:spcBef>
                <a:spcPct val="0"/>
              </a:spcBef>
            </a:pPr>
            <a:r>
              <a:rPr lang="en-US" sz="289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The project aims to build an AI-driven system that generates personalized meal plans using user information and food nutritional data.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29161" y="4814431"/>
            <a:ext cx="11077607" cy="2168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 Deep Learning for smart recommendations.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Automate calorie/macro calculations.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goal-based meal suggestions.</a:t>
            </a:r>
          </a:p>
          <a:p>
            <a:pPr marL="666697" lvl="1" indent="-333348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Make diet planning simple and accurate.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316240" y="5226987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204912" y="1320188"/>
            <a:ext cx="12520113" cy="7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4691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INPUTS &amp; WORKING PROCESS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3597" y="2741949"/>
            <a:ext cx="15325607" cy="102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  <a:spcBef>
                <a:spcPct val="0"/>
              </a:spcBef>
            </a:pPr>
            <a:r>
              <a:rPr lang="en-US" sz="289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The system collects key user details and uses them to calculate calorie needs. It then matches these needs with food data to suggest suitable meals.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2871" y="4814431"/>
            <a:ext cx="7460272" cy="269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087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Inputs: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Age, weight, height, gender.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Activity level and daily routine.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Goal: lose/gain/maintain weight.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Dietary preferences/restrictions.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4814431"/>
            <a:ext cx="8551566" cy="269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087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Process: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Calculate calories &amp; macronutrients.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Deep Learning analyzes food dataset.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Recommend meals that meet user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316240" y="5226987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204912" y="1320188"/>
            <a:ext cx="11958418" cy="7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4691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OUTPUT, BENEFITS &amp; FUTURE SCOPE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3597" y="2741949"/>
            <a:ext cx="15693122" cy="102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1"/>
              </a:lnSpc>
              <a:spcBef>
                <a:spcPct val="0"/>
              </a:spcBef>
            </a:pPr>
            <a:r>
              <a:rPr lang="en-US" sz="2894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The system outputs personalized meal plans that match goals and preferences. It saves time and can be expanded with more features in the future.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2871" y="4814431"/>
            <a:ext cx="7460272" cy="160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087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Outputs: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Breakfast, lunch, dinner, snacks.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Calorie-balanced meals.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4814431"/>
            <a:ext cx="8551566" cy="1607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087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Benefits: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Accurate and time-saving.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Supports healthy eating habits.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00641" y="6734565"/>
            <a:ext cx="8551566" cy="215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3"/>
              </a:lnSpc>
            </a:pPr>
            <a:r>
              <a:rPr lang="en-US" sz="3087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 Future Scope: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Fitness tracker integration.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Real-time adjustments.</a:t>
            </a:r>
          </a:p>
          <a:p>
            <a:pPr marL="666697" lvl="1" indent="-333349" algn="l">
              <a:lnSpc>
                <a:spcPts val="4323"/>
              </a:lnSpc>
              <a:buFont typeface="Arial"/>
              <a:buChar char="•"/>
            </a:pPr>
            <a:r>
              <a:rPr lang="en-US" sz="3087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Recipes and grocery lists.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316240" y="5226987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1" y="0"/>
                </a:lnTo>
                <a:lnTo>
                  <a:pt x="4840371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3204912" y="2122610"/>
            <a:ext cx="11878176" cy="797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67"/>
              </a:lnSpc>
            </a:pPr>
            <a:r>
              <a:rPr lang="en-US" sz="4691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SUMMARY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27263" y="3487697"/>
            <a:ext cx="15632037" cy="4180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73"/>
              </a:lnSpc>
              <a:spcBef>
                <a:spcPct val="0"/>
              </a:spcBef>
            </a:pPr>
            <a:r>
              <a:rPr lang="en-US" sz="3409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This project focuses on creating a personalized diet recommendation system that understands individual differences in nutritional needs. By combining user information with food nutritional data and processing it through a neural network model, the system generates tailored meal suggestions. With a simple and accessible Gradio-based web interface, users can easily receive customized diet plans without complex calculations.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07841" y="4080465"/>
            <a:ext cx="13821436" cy="210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89"/>
              </a:lnSpc>
            </a:pPr>
            <a:r>
              <a:rPr lang="en-US" sz="12278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Custom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Garet Bold</vt:lpstr>
      <vt:lpstr>Alexandria Bold</vt:lpstr>
      <vt:lpstr>Garet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Diet Recommendation System (Arman Khan)</dc:title>
  <cp:lastModifiedBy>Alfiya Shaikh</cp:lastModifiedBy>
  <cp:revision>1</cp:revision>
  <dcterms:created xsi:type="dcterms:W3CDTF">2006-08-16T00:00:00Z</dcterms:created>
  <dcterms:modified xsi:type="dcterms:W3CDTF">2025-11-26T17:41:07Z</dcterms:modified>
  <dc:identifier>DAG5zyrfkKg</dc:identifier>
</cp:coreProperties>
</file>